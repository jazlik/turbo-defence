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Plan dla twojego domu: Odpowiadasz na kilka pytań, a aplikacja układa plan według wytycznych rządowych.</a:t>
            </a:r>
          </a:p>
          <a:p>
            <a:r>
              <a:rPr lang="pl-PL" dirty="0"/>
              <a:t>Cała rodzina w planie: Dodajesz domowników, żeby każdy wiedział, co ma robić.</a:t>
            </a:r>
          </a:p>
          <a:p>
            <a:r>
              <a:rPr lang="pl-PL" dirty="0"/>
              <a:t>Plecak i miejsca spotkań: Wiesz, co spakować, gdzie się spotkać i dokąd iść, gdy pierwsze miejsce odpada.</a:t>
            </a:r>
          </a:p>
          <a:p>
            <a:r>
              <a:rPr lang="pl-PL" dirty="0"/>
              <a:t>Tryb awaryjny: Gdy coś się dzieje, aplikacja prowadzi cię krok po kroku, także bez internetu.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logo-glyph.png"/><Relationship Id="rId4" Type="http://schemas.openxmlformats.org/officeDocument/2006/relationships/image" Target="../media/r1_il-domownicy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s4_slajd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5_logo-glyph.png"/><Relationship Id="rId4" Type="http://schemas.openxmlformats.org/officeDocument/2006/relationships/image" Target="../media/r5_il-domownicy.png"/><Relationship Id="rId5" Type="http://schemas.openxmlformats.org/officeDocument/2006/relationships/image" Target="../media/r5_il-udostepnienie.png"/><Relationship Id="rId6" Type="http://schemas.openxmlformats.org/officeDocument/2006/relationships/image" Target="../media/r5_il-plecak.png"/><Relationship Id="rId7" Type="http://schemas.openxmlformats.org/officeDocument/2006/relationships/image" Target="../media/r5_il-prowadzenie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6_przygotowanie-1-miejsca.png"/><Relationship Id="rId4" Type="http://schemas.openxmlformats.org/officeDocument/2006/relationships/image" Target="../media/s6_przygotowanie-2-plecak.png"/><Relationship Id="rId5" Type="http://schemas.openxmlformats.org/officeDocument/2006/relationships/image" Target="../media/s6_kryzys-1-krok.png"/><Relationship Id="rId6" Type="http://schemas.openxmlformats.org/officeDocument/2006/relationships/image" Target="../media/s6_kryzys-2-prowadzeni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7_ListChecks.png"/><Relationship Id="rId4" Type="http://schemas.openxmlformats.org/officeDocument/2006/relationships/image" Target="../media/s7_Footprints.png"/><Relationship Id="rId5" Type="http://schemas.openxmlformats.org/officeDocument/2006/relationships/image" Target="../media/s7_WifiOff.png"/><Relationship Id="rId6" Type="http://schemas.openxmlformats.org/officeDocument/2006/relationships/image" Target="../media/s7_UserX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s8_MapPin.png"/><Relationship Id="rId4" Type="http://schemas.openxmlformats.org/officeDocument/2006/relationships/image" Target="../media/s8_Share2.png"/><Relationship Id="rId5" Type="http://schemas.openxmlformats.org/officeDocument/2006/relationships/image" Target="../media/s8_BellRing.png"/><Relationship Id="rId6" Type="http://schemas.openxmlformats.org/officeDocument/2006/relationships/image" Target="../media/s8_CloudRain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s9_Newspaper.png"/><Relationship Id="rId4" Type="http://schemas.openxmlformats.org/officeDocument/2006/relationships/image" Target="../media/s9_PackageOpen.png"/><Relationship Id="rId5" Type="http://schemas.openxmlformats.org/officeDocument/2006/relationships/image" Target="../media/s9_Library.png"/><Relationship Id="rId6" Type="http://schemas.openxmlformats.org/officeDocument/2006/relationships/image" Target="../media/s9_Rout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Panel ilustracji"/>
          <p:cNvSpPr/>
          <p:nvPr/>
        </p:nvSpPr>
        <p:spPr>
          <a:xfrm>
            <a:off x="6903720" y="0"/>
            <a:ext cx="5287975" cy="6858000"/>
          </a:xfrm>
          <a:prstGeom prst="rect">
            <a:avLst/>
          </a:prstGeom>
          <a:solidFill>
            <a:srgbClr val="E3E7E9"/>
          </a:solidFill>
          <a:ln>
            <a:noFill/>
          </a:ln>
        </p:spPr>
      </p:sp>
      <p:sp>
        <p:nvSpPr>
          <p:cNvPr id="2" name="Text 0"/>
          <p:cNvSpPr/>
          <p:nvPr/>
        </p:nvSpPr>
        <p:spPr>
          <a:xfrm>
            <a:off x="812800" y="609600"/>
            <a:ext cx="57607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HackYeah 2026 · Defence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2477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2438400" y="2435870"/>
            <a:ext cx="429768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438400" y="3553470"/>
            <a:ext cx="42062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Domowy plan na kryzys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496620"/>
            <a:ext cx="57607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[Nazwa zespołu]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310"/>
            <a:ext cx="57607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[Imię Nazwisko] · [Imię Nazwisko] · [Imię Nazwisko] · [Imię Nazwisko]</a:t>
            </a:r>
            <a:endParaRPr lang="en-US" sz="1400" dirty="0"/>
          </a:p>
        </p:txBody>
      </p:sp>
      <p:pic>
        <p:nvPicPr>
          <p:cNvPr id="1001" name="Image 1001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26370"/>
            <a:ext cx="1066799" cy="1066799"/>
          </a:xfrm>
          <a:prstGeom prst="rect">
            <a:avLst/>
          </a:prstGeom>
        </p:spPr>
      </p:pic>
      <p:pic>
        <p:nvPicPr>
          <p:cNvPr id="2002" name="Ilustracja" descr="Ilustracja: rodzina w drzwiach dom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315" y="1097280"/>
            <a:ext cx="4930786" cy="5760720"/>
          </a:xfrm>
          <a:prstGeom prst="rect">
            <a:avLst/>
          </a:prstGeom>
        </p:spPr>
      </p:pic>
      <p:sp>
        <p:nvSpPr>
          <p:cNvPr id="2003" name="Ścieżka okładki"/>
          <p:cNvSpPr/>
          <p:nvPr/>
        </p:nvSpPr>
        <p:spPr>
          <a:xfrm>
            <a:off x="2514600" y="4389120"/>
            <a:ext cx="4297680" cy="914400"/>
          </a:xfrm>
          <a:custGeom>
            <a:avLst/>
            <a:gdLst/>
            <a:ahLst/>
            <a:cxnLst/>
            <a:rect l="0" t="0" r="r" b="b"/>
            <a:pathLst>
              <a:path w="4297680" h="914400">
                <a:moveTo>
                  <a:pt x="4297680" y="868680"/>
                </a:moveTo>
                <a:cubicBezTo>
                  <a:pt x="2880360" y="914400"/>
                  <a:pt x="1508760" y="45720"/>
                  <a:pt x="0" y="0"/>
                </a:cubicBez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04" name="Punkt"/>
          <p:cNvSpPr/>
          <p:nvPr/>
        </p:nvSpPr>
        <p:spPr>
          <a:xfrm>
            <a:off x="2441448" y="4315968"/>
            <a:ext cx="146304" cy="146304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Rzeczywistość w Polsce w ostatnich miesiącach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10000">
            <a:off x="819150" y="1550640"/>
            <a:ext cx="3924300" cy="1257300"/>
          </a:xfrm>
          <a:prstGeom prst="roundRect">
            <a:avLst>
              <a:gd name="adj" fmla="val 353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60000">
            <a:off x="5010150" y="1423640"/>
            <a:ext cx="3289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1540000">
            <a:off x="8566150" y="1677640"/>
            <a:ext cx="28067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90000">
            <a:off x="1327150" y="3265140"/>
            <a:ext cx="3543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40000">
            <a:off x="5264150" y="3455640"/>
            <a:ext cx="4432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 czy jesteśmy gotowi?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40000">
            <a:off x="1073150" y="1550640"/>
            <a:ext cx="4813300" cy="1892300"/>
          </a:xfrm>
          <a:prstGeom prst="roundRect">
            <a:avLst>
              <a:gd name="adj" fmla="val 234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6407150" y="1423640"/>
            <a:ext cx="4686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1835150" y="3709640"/>
            <a:ext cx="392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1510000">
            <a:off x="6534150" y="3455640"/>
            <a:ext cx="4178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Informacja ≠ gotowość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480000">
            <a:off x="819150" y="1423640"/>
            <a:ext cx="2527300" cy="1447800"/>
          </a:xfrm>
          <a:prstGeom prst="roundRect">
            <a:avLst>
              <a:gd name="adj" fmla="val 3070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[poradnik]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1200150" y="3138140"/>
            <a:ext cx="2400300" cy="1320800"/>
          </a:xfrm>
          <a:prstGeom prst="roundRect">
            <a:avLst>
              <a:gd name="adj" fmla="val 336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[PDF-y]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4629150" y="1423640"/>
            <a:ext cx="2781300" cy="812800"/>
          </a:xfrm>
          <a:prstGeom prst="roundRect">
            <a:avLst>
              <a:gd name="adj" fmla="val 546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[recenzje aplikacji]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120000">
            <a:off x="7931150" y="1423640"/>
            <a:ext cx="265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[mapa schronów]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10000">
            <a:off x="8693150" y="3074640"/>
            <a:ext cx="2527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[aplikacje]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4897090"/>
            <a:ext cx="2626916" cy="406400"/>
          </a:xfrm>
          <a:prstGeom prst="roundRect">
            <a:avLst>
              <a:gd name="adj" fmla="val 12500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[17 mln] poradników.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6716" y="4922490"/>
            <a:ext cx="2352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Czytaliście swój?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12800" y="53796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jest dużo, ale własny plan i tak trzeba ułożyć samemu.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4</a:t>
            </a:r>
            <a:endParaRPr lang="en-US" sz="1200" dirty="0"/>
          </a:p>
        </p:txBody>
      </p:sp>
      <p:pic>
        <p:nvPicPr>
          <p:cNvPr id="1019" name="Image 1019" descr="Ilustracja: osoba pod stosem informac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957" y="2209770"/>
            <a:ext cx="2619684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44190"/>
            <a:ext cx="1016000" cy="1016000"/>
          </a:xfrm>
          <a:prstGeom prst="roundRect">
            <a:avLst>
              <a:gd name="adj" fmla="val 175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133600" y="609600"/>
            <a:ext cx="850265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133600" y="1325860"/>
            <a:ext cx="85026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Aplikacja dla zwykłych ludzi, którzy chcą być gotowi na kryzys, ale nie czytają PDF-ów i nie są prepersami.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20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dla twojego domu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5083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44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Cała rodzina w planie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007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68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Plecak i miejsca spotkań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8931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9207" y="4260155"/>
            <a:ext cx="197078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Tryb awaryjny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5</a:t>
            </a:r>
            <a:endParaRPr lang="en-US" sz="1200" dirty="0"/>
          </a:p>
        </p:txBody>
      </p:sp>
      <p:pic>
        <p:nvPicPr>
          <p:cNvPr id="1002" name="Image 1002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825470"/>
            <a:ext cx="853440" cy="853440"/>
          </a:xfrm>
          <a:prstGeom prst="rect">
            <a:avLst/>
          </a:prstGeom>
        </p:spPr>
      </p:pic>
      <p:pic>
        <p:nvPicPr>
          <p:cNvPr id="2005" name="Ilustracja" descr="Ilustracja: rodzina w drzwia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736" y="2339915"/>
            <a:ext cx="1565329" cy="1828800"/>
          </a:xfrm>
          <a:prstGeom prst="rect">
            <a:avLst/>
          </a:prstGeom>
        </p:spPr>
      </p:pic>
      <p:pic>
        <p:nvPicPr>
          <p:cNvPr id="2006" name="Ilustracja" descr="Ilustracja: udostępnienie plan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480" y="2339915"/>
            <a:ext cx="2130641" cy="1828800"/>
          </a:xfrm>
          <a:prstGeom prst="rect">
            <a:avLst/>
          </a:prstGeom>
        </p:spPr>
      </p:pic>
      <p:pic>
        <p:nvPicPr>
          <p:cNvPr id="2007" name="Ilustracja" descr="Ilustracja: pakowanie plecak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7656" y="2339915"/>
            <a:ext cx="2189087" cy="1828800"/>
          </a:xfrm>
          <a:prstGeom prst="rect">
            <a:avLst/>
          </a:prstGeom>
        </p:spPr>
      </p:pic>
      <p:pic>
        <p:nvPicPr>
          <p:cNvPr id="2008" name="Ilustracja" descr="Ilustracja: prowadzenie do punktu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0335" y="2519289"/>
            <a:ext cx="2208530" cy="1470053"/>
          </a:xfrm>
          <a:prstGeom prst="rect">
            <a:avLst/>
          </a:prstGeom>
        </p:spPr>
      </p:pic>
      <p:sp>
        <p:nvSpPr>
          <p:cNvPr id="2009" name="Droga funkcji"/>
          <p:cNvSpPr/>
          <p:nvPr/>
        </p:nvSpPr>
        <p:spPr>
          <a:xfrm>
            <a:off x="2057400" y="5341314"/>
            <a:ext cx="8077200" cy="9144"/>
          </a:xfrm>
          <a:custGeom>
            <a:avLst/>
            <a:gdLst/>
            <a:ahLst/>
            <a:cxnLst/>
            <a:rect l="0" t="0" r="r" b="b"/>
            <a:pathLst>
              <a:path w="8077200" h="9144">
                <a:moveTo>
                  <a:pt x="0" y="0"/>
                </a:moveTo>
                <a:lnTo>
                  <a:pt x="8077200" y="0"/>
                </a:ln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10" name="Punkt"/>
          <p:cNvSpPr/>
          <p:nvPr/>
        </p:nvSpPr>
        <p:spPr>
          <a:xfrm>
            <a:off x="1975104" y="5259018"/>
            <a:ext cx="164592" cy="164592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  <p:sp>
        <p:nvSpPr>
          <p:cNvPr id="2011" name="Punkt"/>
          <p:cNvSpPr/>
          <p:nvPr/>
        </p:nvSpPr>
        <p:spPr>
          <a:xfrm>
            <a:off x="4667504" y="5259018"/>
            <a:ext cx="164592" cy="164592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  <p:sp>
        <p:nvSpPr>
          <p:cNvPr id="2012" name="Punkt"/>
          <p:cNvSpPr/>
          <p:nvPr/>
        </p:nvSpPr>
        <p:spPr>
          <a:xfrm>
            <a:off x="7359904" y="5259018"/>
            <a:ext cx="164592" cy="164592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  <p:sp>
        <p:nvSpPr>
          <p:cNvPr id="2013" name="Punkt"/>
          <p:cNvSpPr/>
          <p:nvPr/>
        </p:nvSpPr>
        <p:spPr>
          <a:xfrm>
            <a:off x="10052304" y="5259018"/>
            <a:ext cx="164592" cy="164592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B1117"/>
          </a:solidFill>
          <a:ln/>
        </p:spPr>
      </p:sp>
      <p:sp>
        <p:nvSpPr>
          <p:cNvPr id="3" name="Text 1"/>
          <p:cNvSpPr/>
          <p:nvPr>
            <p:ph type="title"/>
          </p:nvPr>
        </p:nvSpPr>
        <p:spPr>
          <a:xfrm>
            <a:off x="812800" y="609600"/>
            <a:ext cx="460451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Jeden produkt, dwa tryby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176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36B7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Przed kryzysem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0104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C15C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kryzysie</a:t>
            </a:r>
            <a:endParaRPr lang="en-US" sz="1400" dirty="0"/>
          </a:p>
        </p:txBody>
      </p:sp>
      <p:pic>
        <p:nvPicPr>
          <p:cNvPr id="1011" name="Image 1011" descr="Zrzut ekranu aplikacji w trybie offline: przygotowanie-1-miejsca"/>
          <p:cNvPicPr>
            <a:picLocks noChangeAspect="1"/>
          </p:cNvPicPr>
          <p:nvPr/>
        </p:nvPicPr>
        <p:blipFill>
          <a:blip r:embed="rId3"/>
          <a:srcRect b="11265"/>
          <a:stretch>
            <a:fillRect/>
          </a:stretch>
        </p:blipFill>
        <p:spPr>
          <a:xfrm>
            <a:off x="1115568" y="2331720"/>
            <a:ext cx="2240280" cy="4526280"/>
          </a:xfrm>
          <a:prstGeom prst="rect">
            <a:avLst/>
          </a:prstGeom>
        </p:spPr>
      </p:pic>
      <p:pic>
        <p:nvPicPr>
          <p:cNvPr id="1012" name="Image 1012" descr="Zrzut ekranu aplikacji w trybie offline: przygotowanie-2-plecak"/>
          <p:cNvPicPr>
            <a:picLocks noChangeAspect="1"/>
          </p:cNvPicPr>
          <p:nvPr/>
        </p:nvPicPr>
        <p:blipFill>
          <a:blip r:embed="rId4"/>
          <a:srcRect b="11265"/>
          <a:stretch>
            <a:fillRect/>
          </a:stretch>
        </p:blipFill>
        <p:spPr>
          <a:xfrm>
            <a:off x="3630168" y="2331720"/>
            <a:ext cx="2240280" cy="4526280"/>
          </a:xfrm>
          <a:prstGeom prst="rect">
            <a:avLst/>
          </a:prstGeom>
        </p:spPr>
      </p:pic>
      <p:pic>
        <p:nvPicPr>
          <p:cNvPr id="1013" name="Image 1013" descr="Zrzut ekranu aplikacji w trybie offline: kryzys-1-krok"/>
          <p:cNvPicPr>
            <a:picLocks noChangeAspect="1"/>
          </p:cNvPicPr>
          <p:nvPr/>
        </p:nvPicPr>
        <p:blipFill>
          <a:blip r:embed="rId5"/>
          <a:srcRect b="11265"/>
          <a:stretch>
            <a:fillRect/>
          </a:stretch>
        </p:blipFill>
        <p:spPr>
          <a:xfrm>
            <a:off x="7013448" y="2331720"/>
            <a:ext cx="2240280" cy="4526280"/>
          </a:xfrm>
          <a:prstGeom prst="rect">
            <a:avLst/>
          </a:prstGeom>
        </p:spPr>
      </p:pic>
      <p:pic>
        <p:nvPicPr>
          <p:cNvPr id="1014" name="Image 1014" descr="Zrzut ekranu aplikacji w trybie offline: kryzys-2-prowadzenie"/>
          <p:cNvPicPr>
            <a:picLocks noChangeAspect="1"/>
          </p:cNvPicPr>
          <p:nvPr/>
        </p:nvPicPr>
        <p:blipFill>
          <a:blip r:embed="rId6"/>
          <a:srcRect b="11265"/>
          <a:stretch>
            <a:fillRect/>
          </a:stretch>
        </p:blipFill>
        <p:spPr>
          <a:xfrm>
            <a:off x="9528048" y="2331720"/>
            <a:ext cx="2240280" cy="4526280"/>
          </a:xfrm>
          <a:prstGeom prst="rect">
            <a:avLst/>
          </a:prstGeom>
        </p:spPr>
      </p:pic>
      <p:sp>
        <p:nvSpPr>
          <p:cNvPr id="2014" name="Ścieżka przygotowanie"/>
          <p:cNvSpPr/>
          <p:nvPr/>
        </p:nvSpPr>
        <p:spPr>
          <a:xfrm>
            <a:off x="1115568" y="2231136"/>
            <a:ext cx="4937760" cy="9144"/>
          </a:xfrm>
          <a:custGeom>
            <a:avLst/>
            <a:gdLst/>
            <a:ahLst/>
            <a:cxnLst/>
            <a:rect l="0" t="0" r="r" b="b"/>
            <a:pathLst>
              <a:path w="4937760" h="9144">
                <a:moveTo>
                  <a:pt x="0" y="0"/>
                </a:moveTo>
                <a:lnTo>
                  <a:pt x="4937760" y="0"/>
                </a:ln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15" name="Ścieżka kryzys"/>
          <p:cNvSpPr/>
          <p:nvPr/>
        </p:nvSpPr>
        <p:spPr>
          <a:xfrm>
            <a:off x="6144768" y="2231136"/>
            <a:ext cx="5623560" cy="9144"/>
          </a:xfrm>
          <a:custGeom>
            <a:avLst/>
            <a:gdLst/>
            <a:ahLst/>
            <a:cxnLst/>
            <a:rect l="0" t="0" r="r" b="b"/>
            <a:pathLst>
              <a:path w="5623560" h="9144">
                <a:moveTo>
                  <a:pt x="0" y="0"/>
                </a:moveTo>
                <a:lnTo>
                  <a:pt x="5623560" y="0"/>
                </a:lnTo>
              </a:path>
            </a:pathLst>
          </a:custGeom>
          <a:noFill/>
          <a:ln w="28575" cap="rnd">
            <a:solidFill>
              <a:srgbClr val="F2C15C"/>
            </a:solidFill>
            <a:prstDash val="dash"/>
            <a:round/>
          </a:ln>
        </p:spPr>
      </p:sp>
      <p:sp>
        <p:nvSpPr>
          <p:cNvPr id="2016" name="Punkt"/>
          <p:cNvSpPr/>
          <p:nvPr/>
        </p:nvSpPr>
        <p:spPr>
          <a:xfrm>
            <a:off x="11695176" y="2157984"/>
            <a:ext cx="146304" cy="146304"/>
          </a:xfrm>
          <a:prstGeom prst="ellipse">
            <a:avLst/>
          </a:prstGeom>
          <a:solidFill>
            <a:srgbClr val="F2C15C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3E7E9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Czym się różnimy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402556"/>
            <a:ext cx="202755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Twój plan zamiast poradnika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4058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Ogólne wytyczne zamieniamy w plan dla konkretnego domu i konkretnych osób.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Działanie zamiast czytania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31137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Przygotowujesz się stopniowo, a w kryzysie widzisz tylko następny krok.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bez internetu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3113756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jest zapisany w telefonie, więc działa też wtedy, gdy padnie sieć.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402556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 konta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8216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Nie zakładasz konta, a plan zostaje na twoim telefonie, nie na naszym serwerze.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4775051"/>
            <a:ext cx="7404745" cy="386060"/>
          </a:xfrm>
          <a:prstGeom prst="roundRect">
            <a:avLst>
              <a:gd name="adj" fmla="val 13159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już teraz: aplikacja jest wdrożona i otwiera się w przeglądarce telefonu.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</a:t>
            </a:r>
            <a:endParaRPr lang="en-US" sz="1200" dirty="0"/>
          </a:p>
        </p:txBody>
      </p:sp>
      <p:pic>
        <p:nvPicPr>
          <p:cNvPr id="1003" name="Image 1003" descr="ListChe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543" y="1801033"/>
            <a:ext cx="351130" cy="351130"/>
          </a:xfrm>
          <a:prstGeom prst="rect">
            <a:avLst/>
          </a:prstGeom>
        </p:spPr>
      </p:pic>
      <p:pic>
        <p:nvPicPr>
          <p:cNvPr id="1004" name="Image 1004" descr="Footpri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943" y="1801033"/>
            <a:ext cx="351130" cy="351130"/>
          </a:xfrm>
          <a:prstGeom prst="rect">
            <a:avLst/>
          </a:prstGeom>
        </p:spPr>
      </p:pic>
      <p:pic>
        <p:nvPicPr>
          <p:cNvPr id="1005" name="Image 1005" descr="WifiO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43" y="1801033"/>
            <a:ext cx="351130" cy="351130"/>
          </a:xfrm>
          <a:prstGeom prst="rect">
            <a:avLst/>
          </a:prstGeom>
        </p:spPr>
      </p:pic>
      <p:pic>
        <p:nvPicPr>
          <p:cNvPr id="1006" name="Image 1006" descr="User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3743" y="1801033"/>
            <a:ext cx="351130" cy="3511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Dalsze kroki rozwoju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Gdzie jest rodzina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1137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Lokalizacja domowników w jednym miejscu, gdy trzeba się szybko odnaleźć.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402556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Wspólny plan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8216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Udostępniasz plan bliskim i wszyscy mają tę samą, aktualną wersję.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402556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Oficjalne dane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821656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Alerty i punkty ochronne trafiają prosto do twojego planu.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Więcej scenariuszy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3113756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Blackout, powódź, brak wody – kolejne sytuacje poza ewakuacją.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8</a:t>
            </a:r>
            <a:endParaRPr lang="en-US" sz="1200" dirty="0"/>
          </a:p>
        </p:txBody>
      </p:sp>
      <p:pic>
        <p:nvPicPr>
          <p:cNvPr id="1007" name="Image 1007" descr="Map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543" y="1801033"/>
            <a:ext cx="351130" cy="351130"/>
          </a:xfrm>
          <a:prstGeom prst="rect">
            <a:avLst/>
          </a:prstGeom>
        </p:spPr>
      </p:pic>
      <p:pic>
        <p:nvPicPr>
          <p:cNvPr id="1008" name="Image 1008" descr="Share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943" y="1801033"/>
            <a:ext cx="351130" cy="351130"/>
          </a:xfrm>
          <a:prstGeom prst="rect">
            <a:avLst/>
          </a:prstGeom>
        </p:spPr>
      </p:pic>
      <p:pic>
        <p:nvPicPr>
          <p:cNvPr id="1009" name="Image 1009" descr="BellR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43" y="1801033"/>
            <a:ext cx="351130" cy="351130"/>
          </a:xfrm>
          <a:prstGeom prst="rect">
            <a:avLst/>
          </a:prstGeom>
        </p:spPr>
      </p:pic>
      <p:pic>
        <p:nvPicPr>
          <p:cNvPr id="1010" name="Image 1010" descr="CloudRa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3743" y="1801033"/>
            <a:ext cx="351130" cy="3511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Aneks – do wersji PDF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Problem w skrócie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9150" y="171316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473200" y="170681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Bezpieczeństwo to codzienny temat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73200" y="203701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 miesięcy w mediach wracają drony, wojna i obrona cywilna.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255642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1473200" y="255007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Większość z nas nic nie przygotowała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73200" y="288027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77% badanych w żaden sposób nie przygotowuje się na wojnę (SW Research dla Onetu, 2025).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39968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1473200" y="339333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nie brakuje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73200" y="372353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Poradniki, mapy schronów i aplikacje już są, ale plan dla swojego domu każdy musi ułożyć sam.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9150" y="424294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1473200" y="423659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Brakuje ostatniego kroku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73200" y="456679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 zamienia ogólną wiedzę w plan, który dom może wykonać.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9</a:t>
            </a:r>
            <a:endParaRPr lang="en-US" sz="1200" dirty="0"/>
          </a:p>
        </p:txBody>
      </p:sp>
      <p:pic>
        <p:nvPicPr>
          <p:cNvPr id="1015" name="Image 1015" descr="Newspa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90" y="1791901"/>
            <a:ext cx="236219" cy="236219"/>
          </a:xfrm>
          <a:prstGeom prst="rect">
            <a:avLst/>
          </a:prstGeom>
        </p:spPr>
      </p:pic>
      <p:pic>
        <p:nvPicPr>
          <p:cNvPr id="1016" name="Image 1016" descr="PackageO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890" y="2635161"/>
            <a:ext cx="236219" cy="236219"/>
          </a:xfrm>
          <a:prstGeom prst="rect">
            <a:avLst/>
          </a:prstGeom>
        </p:spPr>
      </p:pic>
      <p:pic>
        <p:nvPicPr>
          <p:cNvPr id="1017" name="Image 1017" descr="Libra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890" y="3478421"/>
            <a:ext cx="236219" cy="236219"/>
          </a:xfrm>
          <a:prstGeom prst="rect">
            <a:avLst/>
          </a:prstGeom>
        </p:spPr>
      </p:pic>
      <p:pic>
        <p:nvPicPr>
          <p:cNvPr id="1018" name="Image 1018" descr="Rout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90" y="4321681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 razie W – HackYeah 2026">
  <a:themeElements>
    <a:clrScheme name="W razie W – HackYeah 2026">
      <a:dk1>
        <a:srgbClr val="202427"/>
      </a:dk1>
      <a:lt1>
        <a:srgbClr val="F1F2F3"/>
      </a:lt1>
      <a:dk2>
        <a:srgbClr val="54585A"/>
      </a:dk2>
      <a:lt2>
        <a:srgbClr val="DCDDDF"/>
      </a:lt2>
      <a:accent1>
        <a:srgbClr val="C89A43"/>
      </a:accent1>
      <a:accent2>
        <a:srgbClr val="F2C15C"/>
      </a:accent2>
      <a:accent3>
        <a:srgbClr val="646B70"/>
      </a:accent3>
      <a:accent4>
        <a:srgbClr val="536B75"/>
      </a:accent4>
      <a:accent5>
        <a:srgbClr val="2F3E45"/>
      </a:accent5>
      <a:accent6>
        <a:srgbClr val="9AA0A6"/>
      </a:accent6>
      <a:hlink>
        <a:srgbClr val="0563C1"/>
      </a:hlink>
      <a:folHlink>
        <a:srgbClr val="954F72"/>
      </a:folHlink>
    </a:clrScheme>
    <a:fontScheme name="W razie W – HackYeah 2026">
      <a:majorFont>
        <a:latin typeface="Commission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mmission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 razie W – HackYeah 2026</dc:title>
  <dc:subject/>
  <dc:creator/>
  <cp:lastModifiedBy/>
  <cp:revision>1</cp:revision>
  <dcterms:created xsi:type="dcterms:W3CDTF">2026-10-03T23:46:44Z</dcterms:created>
  <dcterms:modified xsi:type="dcterms:W3CDTF">2026-10-03T23:46:44Z</dcterms:modified>
</cp:coreProperties>
</file>