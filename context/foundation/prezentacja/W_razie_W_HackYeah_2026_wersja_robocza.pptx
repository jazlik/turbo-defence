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6096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417290"/>
            <a:ext cx="10566400" cy="4627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6096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417290"/>
            <a:ext cx="10566400" cy="4627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s1_logo-glyph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s4_slajd-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s5_logo-glyph.png"/><Relationship Id="rId4" Type="http://schemas.openxmlformats.org/officeDocument/2006/relationships/image" Target="../media/s5_House.png"/><Relationship Id="rId5" Type="http://schemas.openxmlformats.org/officeDocument/2006/relationships/image" Target="../media/s5_Users.png"/><Relationship Id="rId6" Type="http://schemas.openxmlformats.org/officeDocument/2006/relationships/image" Target="../media/s5_Backpack.png"/><Relationship Id="rId7" Type="http://schemas.openxmlformats.org/officeDocument/2006/relationships/image" Target="../media/s5_Navigation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s6_przygotowanie-1-miejsca.png"/><Relationship Id="rId4" Type="http://schemas.openxmlformats.org/officeDocument/2006/relationships/image" Target="../media/s6_przygotowanie-2-plecak.png"/><Relationship Id="rId5" Type="http://schemas.openxmlformats.org/officeDocument/2006/relationships/image" Target="../media/s6_kryzys-1-krok.png"/><Relationship Id="rId6" Type="http://schemas.openxmlformats.org/officeDocument/2006/relationships/image" Target="../media/s6_kryzys-2-prowadzenie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s7_ListChecks.png"/><Relationship Id="rId4" Type="http://schemas.openxmlformats.org/officeDocument/2006/relationships/image" Target="../media/s7_Footprints.png"/><Relationship Id="rId5" Type="http://schemas.openxmlformats.org/officeDocument/2006/relationships/image" Target="../media/s7_WifiOff.png"/><Relationship Id="rId6" Type="http://schemas.openxmlformats.org/officeDocument/2006/relationships/image" Target="../media/s7_UserX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s8_MapPin.png"/><Relationship Id="rId4" Type="http://schemas.openxmlformats.org/officeDocument/2006/relationships/image" Target="../media/s8_Share2.png"/><Relationship Id="rId5" Type="http://schemas.openxmlformats.org/officeDocument/2006/relationships/image" Target="../media/s8_BellRing.png"/><Relationship Id="rId6" Type="http://schemas.openxmlformats.org/officeDocument/2006/relationships/image" Target="../media/s8_CloudRain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s9_Newspaper.png"/><Relationship Id="rId4" Type="http://schemas.openxmlformats.org/officeDocument/2006/relationships/image" Target="../media/s9_PackageOpen.png"/><Relationship Id="rId5" Type="http://schemas.openxmlformats.org/officeDocument/2006/relationships/image" Target="../media/s9_Library.png"/><Relationship Id="rId6" Type="http://schemas.openxmlformats.org/officeDocument/2006/relationships/image" Target="../media/s9_Route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HackYeah 2026 · Defence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24770"/>
            <a:ext cx="1270000" cy="1270000"/>
          </a:xfrm>
          <a:prstGeom prst="roundRect">
            <a:avLst>
              <a:gd name="adj" fmla="val 14000"/>
            </a:avLst>
          </a:prstGeom>
          <a:solidFill>
            <a:srgbClr val="536B7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3F7FA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/>
            </a:r>
            <a:endParaRPr lang="en-US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2438400" y="2435870"/>
            <a:ext cx="5719584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2438400" y="3553470"/>
            <a:ext cx="490931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Domowy plan na kryzys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549662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[Nazwa zespołu]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[Imię Nazwisko] · [Imię Nazwisko] · [Imię Nazwisko] · [Imię Nazwisko]</a:t>
            </a:r>
            <a:endParaRPr lang="en-US" sz="1400" dirty="0"/>
          </a:p>
        </p:txBody>
      </p:sp>
      <p:pic>
        <p:nvPicPr>
          <p:cNvPr id="1001" name="Image 1001" descr="Logo W razie 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626370"/>
            <a:ext cx="1066799" cy="10667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Rzeczywistość w Polsce w ostatnich miesiącach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510000">
            <a:off x="819150" y="1550640"/>
            <a:ext cx="3924300" cy="1257300"/>
          </a:xfrm>
          <a:prstGeom prst="roundRect">
            <a:avLst>
              <a:gd name="adj" fmla="val 3535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60000">
            <a:off x="5010150" y="1423640"/>
            <a:ext cx="3289300" cy="1638300"/>
          </a:xfrm>
          <a:prstGeom prst="roundRect">
            <a:avLst>
              <a:gd name="adj" fmla="val 2713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21540000">
            <a:off x="8566150" y="1677640"/>
            <a:ext cx="28067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90000">
            <a:off x="1327150" y="3265140"/>
            <a:ext cx="3543300" cy="1511300"/>
          </a:xfrm>
          <a:prstGeom prst="roundRect">
            <a:avLst>
              <a:gd name="adj" fmla="val 294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 rot="21540000">
            <a:off x="5264150" y="3455640"/>
            <a:ext cx="4432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Ale czy jesteśmy gotowi?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540000">
            <a:off x="1073150" y="1550640"/>
            <a:ext cx="4813300" cy="1892300"/>
          </a:xfrm>
          <a:prstGeom prst="roundRect">
            <a:avLst>
              <a:gd name="adj" fmla="val 2349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liczbą]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90000">
            <a:off x="6407150" y="1423640"/>
            <a:ext cx="4686300" cy="1638300"/>
          </a:xfrm>
          <a:prstGeom prst="roundRect">
            <a:avLst>
              <a:gd name="adj" fmla="val 2713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liczbą]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60000">
            <a:off x="1835150" y="3709640"/>
            <a:ext cx="3924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21510000">
            <a:off x="6534150" y="3455640"/>
            <a:ext cx="4178300" cy="1511300"/>
          </a:xfrm>
          <a:prstGeom prst="roundRect">
            <a:avLst>
              <a:gd name="adj" fmla="val 294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Informacja ≠ gotowość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480000">
            <a:off x="819150" y="1423640"/>
            <a:ext cx="2527300" cy="1447800"/>
          </a:xfrm>
          <a:prstGeom prst="roundRect">
            <a:avLst>
              <a:gd name="adj" fmla="val 3070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[poradnik]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90000">
            <a:off x="1200150" y="3138140"/>
            <a:ext cx="2400300" cy="1320800"/>
          </a:xfrm>
          <a:prstGeom prst="roundRect">
            <a:avLst>
              <a:gd name="adj" fmla="val 3365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[PDF-y]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60000">
            <a:off x="4629150" y="1423640"/>
            <a:ext cx="2781300" cy="812800"/>
          </a:xfrm>
          <a:prstGeom prst="roundRect">
            <a:avLst>
              <a:gd name="adj" fmla="val 5469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[recenzje aplikacji]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120000">
            <a:off x="7931150" y="1423640"/>
            <a:ext cx="2654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[mapa schronów]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 rot="21510000">
            <a:off x="8693150" y="3074640"/>
            <a:ext cx="2527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[aplikacje]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2800" y="4897090"/>
            <a:ext cx="2626916" cy="406400"/>
          </a:xfrm>
          <a:prstGeom prst="roundRect">
            <a:avLst>
              <a:gd name="adj" fmla="val 12500"/>
            </a:avLst>
          </a:prstGeom>
          <a:solidFill>
            <a:srgbClr val="C89A4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[17 mln] poradników.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566716" y="4922490"/>
            <a:ext cx="23523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Czytaliście swój?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12800" y="537969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Informacji jest dużo, ale własny plan i tak trzeba ułożyć samemu.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4</a:t>
            </a:r>
            <a:endParaRPr lang="en-US" sz="1200" dirty="0"/>
          </a:p>
        </p:txBody>
      </p:sp>
      <p:pic>
        <p:nvPicPr>
          <p:cNvPr id="1023" name="Image 1023" descr="Ilustracja: osoba pod stosem informacj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9623" y="2351692"/>
            <a:ext cx="2334353" cy="23221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744190"/>
            <a:ext cx="1016000" cy="1016000"/>
          </a:xfrm>
          <a:prstGeom prst="roundRect">
            <a:avLst>
              <a:gd name="adj" fmla="val 17500"/>
            </a:avLst>
          </a:prstGeom>
          <a:solidFill>
            <a:srgbClr val="536B7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3F7FA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/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2133600" y="609600"/>
            <a:ext cx="8502650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2133600" y="1325860"/>
            <a:ext cx="850265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Aplikacja dla zwykłych ludzi, którzy chcą być gotowi na kryzys, ale nie czytają PDF-ów i nie są prepersami.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59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9500" y="246628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1073150" y="299333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Plan dla twojego domu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3150" y="370453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Odpowiadasz na kilka pytań, a aplikacja układa plan według wytycznych rządowych.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083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71900" y="246628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3765550" y="299333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Cała rodzina w planie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65550" y="3704530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Dodajesz domowników, żeby każdy wiedział, co ma robić.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007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4300" y="246628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5" name="Text 13"/>
          <p:cNvSpPr/>
          <p:nvPr/>
        </p:nvSpPr>
        <p:spPr>
          <a:xfrm>
            <a:off x="6457950" y="299333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Plecak i miejsca spotkań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57950" y="370453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Wiesz, co spakować, gdzie się spotkać i dokąd iść, gdy pierwsze miejsce odpada.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931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56700" y="246628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9" name="Text 17"/>
          <p:cNvSpPr/>
          <p:nvPr/>
        </p:nvSpPr>
        <p:spPr>
          <a:xfrm>
            <a:off x="9150350" y="2993330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Tryb awaryjny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150350" y="341243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Gdy coś się dzieje, aplikacja prowadzi cię krok po kroku, także bez internetu.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5</a:t>
            </a:r>
            <a:endParaRPr lang="en-US" sz="1200" dirty="0"/>
          </a:p>
        </p:txBody>
      </p:sp>
      <p:pic>
        <p:nvPicPr>
          <p:cNvPr id="1002" name="Image 1002" descr="Logo W razie 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" y="825470"/>
            <a:ext cx="853440" cy="853440"/>
          </a:xfrm>
          <a:prstGeom prst="rect">
            <a:avLst/>
          </a:prstGeom>
        </p:spPr>
      </p:pic>
      <p:pic>
        <p:nvPicPr>
          <p:cNvPr id="1003" name="Image 1003" descr="Hous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240" y="2545020"/>
            <a:ext cx="236219" cy="236219"/>
          </a:xfrm>
          <a:prstGeom prst="rect">
            <a:avLst/>
          </a:prstGeom>
        </p:spPr>
      </p:pic>
      <p:pic>
        <p:nvPicPr>
          <p:cNvPr id="1004" name="Image 1004" descr="User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0640" y="2545020"/>
            <a:ext cx="236219" cy="236219"/>
          </a:xfrm>
          <a:prstGeom prst="rect">
            <a:avLst/>
          </a:prstGeom>
        </p:spPr>
      </p:pic>
      <p:pic>
        <p:nvPicPr>
          <p:cNvPr id="1005" name="Image 1005" descr="Backpac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3040" y="2545020"/>
            <a:ext cx="236219" cy="236219"/>
          </a:xfrm>
          <a:prstGeom prst="rect">
            <a:avLst/>
          </a:prstGeom>
        </p:spPr>
      </p:pic>
      <p:pic>
        <p:nvPicPr>
          <p:cNvPr id="1006" name="Image 1006" descr="Navigati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545020"/>
            <a:ext cx="236219" cy="2362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0B1117"/>
          </a:solidFill>
          <a:ln/>
        </p:spPr>
      </p:sp>
      <p:sp>
        <p:nvSpPr>
          <p:cNvPr id="3" name="Text 1"/>
          <p:cNvSpPr/>
          <p:nvPr>
            <p:ph type="title"/>
          </p:nvPr>
        </p:nvSpPr>
        <p:spPr>
          <a:xfrm>
            <a:off x="812800" y="609600"/>
            <a:ext cx="4604512" cy="103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Jeden produkt, dwa tryby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117600" y="1879600"/>
            <a:ext cx="39243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536B75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Przed kryzysem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010400" y="1879600"/>
            <a:ext cx="39243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2C15C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kryzysie</a:t>
            </a:r>
            <a:endParaRPr lang="en-US" sz="1400" dirty="0"/>
          </a:p>
        </p:txBody>
      </p:sp>
      <p:pic>
        <p:nvPicPr>
          <p:cNvPr id="1015" name="Image 1015" descr="Zrzut ekranu aplikacji w trybie offline: przygotowanie-1-miejsca"/>
          <p:cNvPicPr>
            <a:picLocks noChangeAspect="1"/>
          </p:cNvPicPr>
          <p:nvPr/>
        </p:nvPicPr>
        <p:blipFill>
          <a:blip r:embed="rId3"/>
          <a:srcRect b="11265"/>
          <a:stretch>
            <a:fillRect/>
          </a:stretch>
        </p:blipFill>
        <p:spPr>
          <a:xfrm>
            <a:off x="1115568" y="2331720"/>
            <a:ext cx="2240280" cy="4526280"/>
          </a:xfrm>
          <a:prstGeom prst="rect">
            <a:avLst/>
          </a:prstGeom>
        </p:spPr>
      </p:pic>
      <p:pic>
        <p:nvPicPr>
          <p:cNvPr id="1016" name="Image 1016" descr="Zrzut ekranu aplikacji w trybie offline: przygotowanie-2-plecak"/>
          <p:cNvPicPr>
            <a:picLocks noChangeAspect="1"/>
          </p:cNvPicPr>
          <p:nvPr/>
        </p:nvPicPr>
        <p:blipFill>
          <a:blip r:embed="rId4"/>
          <a:srcRect b="11265"/>
          <a:stretch>
            <a:fillRect/>
          </a:stretch>
        </p:blipFill>
        <p:spPr>
          <a:xfrm>
            <a:off x="3630168" y="2331720"/>
            <a:ext cx="2240280" cy="4526280"/>
          </a:xfrm>
          <a:prstGeom prst="rect">
            <a:avLst/>
          </a:prstGeom>
        </p:spPr>
      </p:pic>
      <p:pic>
        <p:nvPicPr>
          <p:cNvPr id="1017" name="Image 1017" descr="Zrzut ekranu aplikacji w trybie offline: kryzys-1-krok"/>
          <p:cNvPicPr>
            <a:picLocks noChangeAspect="1"/>
          </p:cNvPicPr>
          <p:nvPr/>
        </p:nvPicPr>
        <p:blipFill>
          <a:blip r:embed="rId5"/>
          <a:srcRect b="11265"/>
          <a:stretch>
            <a:fillRect/>
          </a:stretch>
        </p:blipFill>
        <p:spPr>
          <a:xfrm>
            <a:off x="7013448" y="2331720"/>
            <a:ext cx="2240280" cy="4526280"/>
          </a:xfrm>
          <a:prstGeom prst="rect">
            <a:avLst/>
          </a:prstGeom>
        </p:spPr>
      </p:pic>
      <p:pic>
        <p:nvPicPr>
          <p:cNvPr id="1018" name="Image 1018" descr="Zrzut ekranu aplikacji w trybie offline: kryzys-2-prowadzenie"/>
          <p:cNvPicPr>
            <a:picLocks noChangeAspect="1"/>
          </p:cNvPicPr>
          <p:nvPr/>
        </p:nvPicPr>
        <p:blipFill>
          <a:blip r:embed="rId6"/>
          <a:srcRect b="11265"/>
          <a:stretch>
            <a:fillRect/>
          </a:stretch>
        </p:blipFill>
        <p:spPr>
          <a:xfrm>
            <a:off x="9528048" y="2331720"/>
            <a:ext cx="2240280" cy="4526280"/>
          </a:xfrm>
          <a:prstGeom prst="rect">
            <a:avLst/>
          </a:prstGeom>
        </p:spPr>
      </p:pic>
      <p:sp>
        <p:nvSpPr>
          <p:cNvPr id="10" name="Text 8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3E7E9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Czym się różnimy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95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1073150" y="2211040"/>
            <a:ext cx="2027555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Twój plan zamiast poradnika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32143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Ogólne wytyczne zamieniamy w plan dla konkretnego domu i konkretnych osób.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083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719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9" name="Text 7"/>
          <p:cNvSpPr/>
          <p:nvPr/>
        </p:nvSpPr>
        <p:spPr>
          <a:xfrm>
            <a:off x="3765550" y="221104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Działanie zamiast czytania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65550" y="29222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Przygotowujesz się stopniowo, a w kryzysie widzisz tylko następny krok.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07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643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3" name="Text 11"/>
          <p:cNvSpPr/>
          <p:nvPr/>
        </p:nvSpPr>
        <p:spPr>
          <a:xfrm>
            <a:off x="6457950" y="221104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 bez internetu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57950" y="2922240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Plan jest zapisany w telefonie, więc działa też wtedy, gdy padnie sieć.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931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567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9150350" y="2211040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Bez konta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50350" y="26301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Nie zakładasz konta, a plan zostaje na twoim telefonie, nie na naszym serwerze.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2800" y="4775051"/>
            <a:ext cx="7404745" cy="386060"/>
          </a:xfrm>
          <a:prstGeom prst="roundRect">
            <a:avLst>
              <a:gd name="adj" fmla="val 13159"/>
            </a:avLst>
          </a:prstGeom>
          <a:solidFill>
            <a:srgbClr val="C89A4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 już teraz: aplikacja jest wdrożona i otwiera się w przeglądarce telefonu.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7</a:t>
            </a:r>
            <a:endParaRPr lang="en-US" sz="1200" dirty="0"/>
          </a:p>
        </p:txBody>
      </p:sp>
      <p:pic>
        <p:nvPicPr>
          <p:cNvPr id="1007" name="Image 1007" descr="ListCheck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240" y="1762730"/>
            <a:ext cx="236219" cy="236219"/>
          </a:xfrm>
          <a:prstGeom prst="rect">
            <a:avLst/>
          </a:prstGeom>
        </p:spPr>
      </p:pic>
      <p:pic>
        <p:nvPicPr>
          <p:cNvPr id="1008" name="Image 1008" descr="Footprin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0640" y="1762730"/>
            <a:ext cx="236219" cy="236219"/>
          </a:xfrm>
          <a:prstGeom prst="rect">
            <a:avLst/>
          </a:prstGeom>
        </p:spPr>
      </p:pic>
      <p:pic>
        <p:nvPicPr>
          <p:cNvPr id="1009" name="Image 1009" descr="WifiOf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3040" y="1762730"/>
            <a:ext cx="236219" cy="236219"/>
          </a:xfrm>
          <a:prstGeom prst="rect">
            <a:avLst/>
          </a:prstGeom>
        </p:spPr>
      </p:pic>
      <p:pic>
        <p:nvPicPr>
          <p:cNvPr id="1010" name="Image 1010" descr="UserX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0" y="1762730"/>
            <a:ext cx="236219" cy="23621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Dalsze kroki rozwoju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95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1073150" y="221104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Gdzie jest rodzina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29222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Lokalizacja domowników w jednym miejscu, gdy trzeba się szybko odnaleźć.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083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719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9" name="Text 7"/>
          <p:cNvSpPr/>
          <p:nvPr/>
        </p:nvSpPr>
        <p:spPr>
          <a:xfrm>
            <a:off x="3765550" y="2211040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Wspólny plan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65550" y="26301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Udostępniasz plan bliskim i wszyscy mają tę samą, aktualną wersję.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07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643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3" name="Text 11"/>
          <p:cNvSpPr/>
          <p:nvPr/>
        </p:nvSpPr>
        <p:spPr>
          <a:xfrm>
            <a:off x="6457950" y="2211040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Oficjalne dane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57950" y="2630140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Alerty i punkty ochronne trafiają prosto do twojego planu.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931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567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9150350" y="221104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Więcej scenariuszy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50350" y="2922240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Blackout, powódź, brak wody – kolejne sytuacje poza ewakuacją.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8</a:t>
            </a:r>
            <a:endParaRPr lang="en-US" sz="1200" dirty="0"/>
          </a:p>
        </p:txBody>
      </p:sp>
      <p:pic>
        <p:nvPicPr>
          <p:cNvPr id="1011" name="Image 1011" descr="MapP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240" y="1762730"/>
            <a:ext cx="236219" cy="236219"/>
          </a:xfrm>
          <a:prstGeom prst="rect">
            <a:avLst/>
          </a:prstGeom>
        </p:spPr>
      </p:pic>
      <p:pic>
        <p:nvPicPr>
          <p:cNvPr id="1012" name="Image 1012" descr="Share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0640" y="1762730"/>
            <a:ext cx="236219" cy="236219"/>
          </a:xfrm>
          <a:prstGeom prst="rect">
            <a:avLst/>
          </a:prstGeom>
        </p:spPr>
      </p:pic>
      <p:pic>
        <p:nvPicPr>
          <p:cNvPr id="1013" name="Image 1013" descr="BellR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3040" y="1762730"/>
            <a:ext cx="236219" cy="236219"/>
          </a:xfrm>
          <a:prstGeom prst="rect">
            <a:avLst/>
          </a:prstGeom>
        </p:spPr>
      </p:pic>
      <p:pic>
        <p:nvPicPr>
          <p:cNvPr id="1014" name="Image 1014" descr="CloudRai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0" y="1762730"/>
            <a:ext cx="236219" cy="2362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Aneks – do wersji PDF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Problem w skrócie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9150" y="171316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1473200" y="170681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Bezpieczeństwo to codzienny temat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73200" y="203701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Od miesięcy w mediach wracają drony, wojna i obrona cywilna.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9150" y="255642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8" name="Text 6"/>
          <p:cNvSpPr/>
          <p:nvPr/>
        </p:nvSpPr>
        <p:spPr>
          <a:xfrm>
            <a:off x="1473200" y="255007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Większość z nas nic nie przygotowała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73200" y="288027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77% badanych nie przygotowuje się w żaden sposób na ewentualność wojny (SW Research dla Onetu, marzec 2025).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9150" y="339968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1473200" y="339333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Informacji nie brakuje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73200" y="372353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Poradniki, mapy schronów i aplikacje już są, ale plan dla swojego domu każdy musi ułożyć sam.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9150" y="424294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4" name="Text 12"/>
          <p:cNvSpPr/>
          <p:nvPr/>
        </p:nvSpPr>
        <p:spPr>
          <a:xfrm>
            <a:off x="1473200" y="423659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Brakuje ostatniego kroku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73200" y="456679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 zamienia ogólną wiedzę w plan, który dom może wykonać.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9</a:t>
            </a:r>
            <a:endParaRPr lang="en-US" sz="1200" dirty="0"/>
          </a:p>
        </p:txBody>
      </p:sp>
      <p:pic>
        <p:nvPicPr>
          <p:cNvPr id="1019" name="Image 1019" descr="Newspap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890" y="1791901"/>
            <a:ext cx="236219" cy="236219"/>
          </a:xfrm>
          <a:prstGeom prst="rect">
            <a:avLst/>
          </a:prstGeom>
        </p:spPr>
      </p:pic>
      <p:pic>
        <p:nvPicPr>
          <p:cNvPr id="1020" name="Image 1020" descr="PackageO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890" y="2635161"/>
            <a:ext cx="236219" cy="236219"/>
          </a:xfrm>
          <a:prstGeom prst="rect">
            <a:avLst/>
          </a:prstGeom>
        </p:spPr>
      </p:pic>
      <p:pic>
        <p:nvPicPr>
          <p:cNvPr id="1021" name="Image 1021" descr="Librar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890" y="3478421"/>
            <a:ext cx="236219" cy="236219"/>
          </a:xfrm>
          <a:prstGeom prst="rect">
            <a:avLst/>
          </a:prstGeom>
        </p:spPr>
      </p:pic>
      <p:pic>
        <p:nvPicPr>
          <p:cNvPr id="1022" name="Image 1022" descr="Rout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890" y="4321681"/>
            <a:ext cx="236219" cy="23621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 razie W – HackYeah 2026">
  <a:themeElements>
    <a:clrScheme name="W razie W – HackYeah 2026">
      <a:dk1>
        <a:srgbClr val="202427"/>
      </a:dk1>
      <a:lt1>
        <a:srgbClr val="F1F2F3"/>
      </a:lt1>
      <a:dk2>
        <a:srgbClr val="54585A"/>
      </a:dk2>
      <a:lt2>
        <a:srgbClr val="DCDDDF"/>
      </a:lt2>
      <a:accent1>
        <a:srgbClr val="C89A43"/>
      </a:accent1>
      <a:accent2>
        <a:srgbClr val="F2C15C"/>
      </a:accent2>
      <a:accent3>
        <a:srgbClr val="646B70"/>
      </a:accent3>
      <a:accent4>
        <a:srgbClr val="536B75"/>
      </a:accent4>
      <a:accent5>
        <a:srgbClr val="2F3E45"/>
      </a:accent5>
      <a:accent6>
        <a:srgbClr val="9AA0A6"/>
      </a:accent6>
      <a:hlink>
        <a:srgbClr val="0563C1"/>
      </a:hlink>
      <a:folHlink>
        <a:srgbClr val="954F72"/>
      </a:folHlink>
    </a:clrScheme>
    <a:fontScheme name="W razie W – HackYeah 2026">
      <a:majorFont>
        <a:latin typeface="Commission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mmission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 razie W – HackYeah 2026</dc:title>
  <dc:subject/>
  <dc:creator/>
  <cp:lastModifiedBy/>
  <cp:revision>1</cp:revision>
  <dcterms:created xsi:type="dcterms:W3CDTF">2026-10-03T23:46:44Z</dcterms:created>
  <dcterms:modified xsi:type="dcterms:W3CDTF">2026-10-03T23:46:44Z</dcterms:modified>
</cp:coreProperties>
</file>