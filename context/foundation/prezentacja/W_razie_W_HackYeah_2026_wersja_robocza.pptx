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s5_House.png"/><Relationship Id="rId5" Type="http://schemas.openxmlformats.org/officeDocument/2006/relationships/image" Target="../media/s5_Users.png"/><Relationship Id="rId6" Type="http://schemas.openxmlformats.org/officeDocument/2006/relationships/image" Target="../media/s5_Backpack.png"/><Relationship Id="rId7" Type="http://schemas.openxmlformats.org/officeDocument/2006/relationships/image" Target="../media/s5_Navigation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plan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5719584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90931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83150" y="2503140"/>
            <a:ext cx="2527300" cy="2019300"/>
          </a:xfrm>
          <a:prstGeom prst="roundRect">
            <a:avLst>
              <a:gd name="adj" fmla="val 8491"/>
            </a:avLst>
          </a:prstGeom>
          <a:solidFill>
            <a:srgbClr val="E3E7E9"/>
          </a:solidFill>
          <a:ln w="12700">
            <a:solidFill>
              <a:srgbClr val="2F3E45"/>
            </a:solidFill>
            <a:prstDash val="dash"/>
          </a:ln>
        </p:spPr>
        <p:txBody>
          <a:bodyPr wrap="square" lIns="127711" tIns="159334" rIns="127711" bIns="159334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F3E4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[ilustracja: człowiek pod stosem informacji]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95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31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31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Odpowiadasz na kilka pytań, a aplikacja układa plan według wytycznych rządowych.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37655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65550" y="370453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Dodajesz domowników, żeby każdy wiedział, co ma robić.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3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64579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579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Wiesz, co spakować, gdzie się spotkać i dokąd iść, gdy pierwsze miejsce odpada.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567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9150350" y="299333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50350" y="34124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Gdy coś się dzieje, aplikacja prowadzi cię krok po kroku, także bez internetu.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1003" name="Image 1003" descr="Hou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2545020"/>
            <a:ext cx="236219" cy="236219"/>
          </a:xfrm>
          <a:prstGeom prst="rect">
            <a:avLst/>
          </a:prstGeom>
        </p:spPr>
      </p:pic>
      <p:pic>
        <p:nvPicPr>
          <p:cNvPr id="1004" name="Image 1004" descr="Use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640" y="2545020"/>
            <a:ext cx="236219" cy="236219"/>
          </a:xfrm>
          <a:prstGeom prst="rect">
            <a:avLst/>
          </a:prstGeom>
        </p:spPr>
      </p:pic>
      <p:pic>
        <p:nvPicPr>
          <p:cNvPr id="1005" name="Image 1005" descr="Backpa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040" y="2545020"/>
            <a:ext cx="236219" cy="236219"/>
          </a:xfrm>
          <a:prstGeom prst="rect">
            <a:avLst/>
          </a:prstGeom>
        </p:spPr>
      </p:pic>
      <p:pic>
        <p:nvPicPr>
          <p:cNvPr id="1006" name="Image 1006" descr="Navig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54502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  <p:pic>
        <p:nvPicPr>
          <p:cNvPr id="1015" name="Image 1015" descr="Zrzut ekranu aplikacji: przygotowanie-1-p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2292350"/>
            <a:ext cx="1765300" cy="3710557"/>
          </a:xfrm>
          <a:prstGeom prst="rect">
            <a:avLst/>
          </a:prstGeom>
        </p:spPr>
      </p:pic>
      <p:pic>
        <p:nvPicPr>
          <p:cNvPr id="1016" name="Image 1016" descr="Zrzut ekranu aplikacji: przygotowanie-2-pleca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950" y="2292350"/>
            <a:ext cx="1765300" cy="3710557"/>
          </a:xfrm>
          <a:prstGeom prst="rect">
            <a:avLst/>
          </a:prstGeom>
        </p:spPr>
      </p:pic>
      <p:pic>
        <p:nvPicPr>
          <p:cNvPr id="1017" name="Image 1017" descr="Zrzut ekranu aplikacji: kryzys-1-kro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6750" y="2292350"/>
            <a:ext cx="1765300" cy="3710557"/>
          </a:xfrm>
          <a:prstGeom prst="rect">
            <a:avLst/>
          </a:prstGeom>
        </p:spPr>
      </p:pic>
      <p:pic>
        <p:nvPicPr>
          <p:cNvPr id="1018" name="Image 1018" descr="Zrzut ekranu aplikacji: kryzys-2-prowadzeni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0" y="2292350"/>
            <a:ext cx="1765300" cy="37105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2143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7" name="Image 1007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08" name="Image 1008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09" name="Image 1009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0" name="Image 1010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6301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pic>
        <p:nvPicPr>
          <p:cNvPr id="1011" name="Image 1011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12" name="Image 1012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13" name="Image 1013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4" name="Image 1014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[77%] Polaków nie ma żadnych przygotowań na wypadek wojny ([źródło, rok]).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noFill/>
          <a:ln w="12700">
            <a:solidFill>
              <a:srgbClr val="536B75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